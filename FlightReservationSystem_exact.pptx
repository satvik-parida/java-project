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Flight Reservation System Simulator presentation. This project was developed by Satvik Parida under the guidance of Mr. Santanu Sasmal at Rungta International Skills University.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1440"/>
            <a:ext cx="2286000" cy="2286000"/>
          </a:xfrm>
          <a:prstGeom prst="ellipse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640080"/>
            <a:ext cx="2286000" cy="2286000"/>
          </a:xfrm>
          <a:prstGeom prst="ellipse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188720"/>
            <a:ext cx="2286000" cy="2286000"/>
          </a:xfrm>
          <a:prstGeom prst="ellipse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1737360"/>
            <a:ext cx="2286000" cy="2286000"/>
          </a:xfrm>
          <a:prstGeom prst="ellipse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1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64008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Reservation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Simulator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Core Java &amp; Object-Oriented Programming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Satvik Parida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651760" y="3520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5176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51760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RU-25-11301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3520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0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with Java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0" y="35204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58000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Santanu Sasmal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Rungta International Skills University, Bhilai, CG  |  Session 2025-26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156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6276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 &amp; system requirements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3774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51560" y="2468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&amp; OOP concepts applied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566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4005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&amp; Passenger classes, key methods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46320" y="1188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377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53212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Logic &amp; Validation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32120" y="16276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allocation, duplicate check, error handling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23774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9377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532120" y="2468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3212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results from test run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6320" y="3566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9377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53212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532120" y="4005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extending the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Flight Reservation Simulator built on OOP principles, replicating how airline systems manage seat bookings and passenger data.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features a Flight class with fixed seat capacity using the final keyword, a Passenger class for traveller details, and booking logic with availability validation and duplicate prevention.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Demonstrates: encapsulation, constructor-based init, object interaction, and array-based data management.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8076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96128" y="1901952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828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flight seat records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386584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96128" y="2505456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24323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booked &amp; available seats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2990088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96128" y="310896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0358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duplicate/invalid bookings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359359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96128" y="3712464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36393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OOP: encapsulation, constructors, object arrays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0" y="4197096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96128" y="4315968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42428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edge cases (full flight, duplicate IDs)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Concepts Applied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Object-Oriented principles power the simulator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65A82">
              <a:alpha val="4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" y="19019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in Passenger class. name &amp; passengerId accessed only via getters — data is shielded from direct modification.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65A82">
              <a:alpha val="4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173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Keyword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10128" y="19019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MAX_SEATS declared as final int — capacity is set once at construction and can never be changed.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2801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65A82">
              <a:alpha val="4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36208" y="19019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constructors in both classes initialise all fields and allocate the seat array correctly.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29260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65A82">
              <a:alpha val="4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632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Arrays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84048" y="35478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Passenger[] seats is a HAS-A (aggregation) relationship — Flight contains an array of Passenger objects.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00400" y="29260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65A82">
              <a:alpha val="4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0632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Logic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310128" y="35478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bookSeat() enforces: full-flight check → duplicate ID check → first-null slot assignment.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26480" y="29260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65A82">
              <a:alpha val="4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632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toString() Override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236208" y="35478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Passenger.toString() returns 'Name (ID)' for clean, readable seat-status display output.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 &amp; System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021B3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47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21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flightNumber: String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MAX_SEATS: final 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33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seats: Passenger[]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8895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bookedCount: 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56616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37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Flight(flightNo, seats)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867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bookSeat(p: Passenger): bool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1239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displayStatus(): void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379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getAvailableSeats(): int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2560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(aggregation)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2788920"/>
            <a:ext cx="8229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074920" y="118872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021B3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166360" y="1737360"/>
            <a:ext cx="356616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847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2121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String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377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passengerId: String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66360" y="2697480"/>
            <a:ext cx="356616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798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30632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Passenger(name, id)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3319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getName(): String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5753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getPassengerId(): String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38313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toString(): String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Logic — bookSeat()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Full Check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bookedCount == MAX_SEATS → print failure message → return false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1252728"/>
            <a:ext cx="2880360" cy="822960"/>
          </a:xfrm>
          <a:prstGeom prst="roundRect">
            <a:avLst>
              <a:gd name="adj" fmla="val 7778"/>
            </a:avLst>
          </a:prstGeom>
          <a:solidFill>
            <a:srgbClr val="021B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2801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(bookedCount == MAX_SEATS) { return false;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060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468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 Check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seats array; if any seat has same passengerId → warn &amp; return false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487168"/>
            <a:ext cx="2880360" cy="822960"/>
          </a:xfrm>
          <a:prstGeom prst="roundRect">
            <a:avLst>
              <a:gd name="adj" fmla="val 7778"/>
            </a:avLst>
          </a:prstGeom>
          <a:solidFill>
            <a:srgbClr val="021B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5146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(seats[i].getPassengerId().equals(p.getPassengerId()))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04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703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First Empty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again; assign passenger to first null slot → increment bookedCount → return 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3721608"/>
            <a:ext cx="2880360" cy="822960"/>
          </a:xfrm>
          <a:prstGeom prst="roundRect">
            <a:avLst>
              <a:gd name="adj" fmla="val 7778"/>
            </a:avLst>
          </a:prstGeom>
          <a:solidFill>
            <a:srgbClr val="021B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7490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(seats[i] == null) { seats[i] = p; bookedCount++; 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order is critical: full-flight check runs BEFORE duplicate check for efficiency.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results from the AI202 test run with 5 seats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070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 AI202 created with 5 seats.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4310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6550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Booking Passengers ---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8790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 Aman (P001) booked successfully.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 Rahul (P002) booked successfully.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3271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 Priya (P003) booked successfully.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511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 Sneha (P004) booked successfully.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752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 Arjun (P005) booked successfully.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2232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Duplicate Booking Attempt ---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4472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booking! Aman (P001) already booked.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6713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8953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Overbooking Attempt ---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1193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 Full! Booking failed for Riya.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0644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 Status — AI202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06440" y="1600200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664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(P001)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2185416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2494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49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(P002)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2770632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834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(P003)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06440" y="3355848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34198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419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(P004)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06440" y="3941064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4005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(P005)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06440" y="4572000"/>
            <a:ext cx="3108960" cy="347472"/>
          </a:xfrm>
          <a:prstGeom prst="roundRect">
            <a:avLst>
              <a:gd name="adj" fmla="val 18421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45902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Seats: 0  (Flight Full)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53312"/>
            <a:ext cx="502920" cy="50292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SQLite for persistent storage of bookings across sessions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353312"/>
            <a:ext cx="502920" cy="50292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37160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Development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1965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or JavaFX interface replacing console output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2200" y="118872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353312"/>
            <a:ext cx="502920" cy="5029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37160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Flights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9360" y="1965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different routes, timings, and seat classes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29718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136392"/>
            <a:ext cx="502920" cy="50292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15468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Feature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3749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seat cancellation and rebooking with status tracking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29718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83280" y="3136392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15468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83280" y="3749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 for passengers and administrators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72200" y="29718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C8E0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9360" y="3136392"/>
            <a:ext cx="502920" cy="50292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154680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Receipts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09360" y="3749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PDF/text confirmation on successful booking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applied final keyword, constructors, encapsulation, and object arrays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9659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568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logic handles full flights, duplicate IDs, and sequential seat assignment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5760" y="27432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5292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834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aggregation models real-world Flight → Passenger relationship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65760" y="35204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3016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611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for real-world reservation systems with clear extension paths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65760" y="43434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65A82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02920" y="44074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H. Schildt — Java: The Complete Reference (11th ed.)  |  docs.oracle.com  |  geeksforgeeks.org/oops-concept-in-java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Reservation System Simulator</dc:title>
  <dc:subject>PptxGenJS Presentation</dc:subject>
  <dc:creator>Satvik Parida</dc:creator>
  <cp:lastModifiedBy>Satvik Parida</cp:lastModifiedBy>
  <cp:revision>1</cp:revision>
  <dcterms:created xsi:type="dcterms:W3CDTF">2026-06-10T14:01:59Z</dcterms:created>
  <dcterms:modified xsi:type="dcterms:W3CDTF">2026-06-10T14:01:59Z</dcterms:modified>
</cp:coreProperties>
</file>